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CONSUMER_APPLIANCES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https://github.com/home-assistant/frontend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