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Whitelabelling And Repackaging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FRONTEND | Category: CONSUMER_APPLIANCES</a:t>
            </a:r>
          </a:p>
          <a:p>
            <a:r>
              <a:rPr sz="1400"/>
              <a:t>Upstream: https://github.com/home-assistant/frontend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whitelabelling and repackaging for the Anticloud integration of FRONTEND.</a:t>
            </a:r>
          </a:p>
          <a:p>
            <a:r>
              <a:rPr sz="1400"/>
              <a:t>HA dashboard for appliance control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FRONTEND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